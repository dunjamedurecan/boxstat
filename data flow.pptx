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221460-1D81-400F-ADFC-A1922FC107D0}" v="17" dt="2026-06-03T07:48:10.4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3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nja Međurečan" userId="be7980b5e27fd975" providerId="LiveId" clId="{F01E9774-56F1-4D94-877C-9C4B3BC869A6}"/>
    <pc:docChg chg="custSel addSld modSld">
      <pc:chgData name="Dunja Međurečan" userId="be7980b5e27fd975" providerId="LiveId" clId="{F01E9774-56F1-4D94-877C-9C4B3BC869A6}" dt="2026-06-03T07:48:30.685" v="247" actId="1076"/>
      <pc:docMkLst>
        <pc:docMk/>
      </pc:docMkLst>
      <pc:sldChg chg="addSp delSp modSp new mod">
        <pc:chgData name="Dunja Međurečan" userId="be7980b5e27fd975" providerId="LiveId" clId="{F01E9774-56F1-4D94-877C-9C4B3BC869A6}" dt="2026-06-03T07:48:30.685" v="247" actId="1076"/>
        <pc:sldMkLst>
          <pc:docMk/>
          <pc:sldMk cId="2071566356" sldId="257"/>
        </pc:sldMkLst>
        <pc:spChg chg="add mod">
          <ac:chgData name="Dunja Međurečan" userId="be7980b5e27fd975" providerId="LiveId" clId="{F01E9774-56F1-4D94-877C-9C4B3BC869A6}" dt="2026-06-03T07:43:26.357" v="73" actId="1076"/>
          <ac:spMkLst>
            <pc:docMk/>
            <pc:sldMk cId="2071566356" sldId="257"/>
            <ac:spMk id="28" creationId="{1E34E2FC-0304-1845-D60B-0682D958BDBD}"/>
          </ac:spMkLst>
        </pc:spChg>
        <pc:spChg chg="add mod">
          <ac:chgData name="Dunja Međurečan" userId="be7980b5e27fd975" providerId="LiveId" clId="{F01E9774-56F1-4D94-877C-9C4B3BC869A6}" dt="2026-06-03T07:44:01.214" v="85" actId="1076"/>
          <ac:spMkLst>
            <pc:docMk/>
            <pc:sldMk cId="2071566356" sldId="257"/>
            <ac:spMk id="29" creationId="{C13DD956-14F2-0E07-AD45-B93A954EBEA5}"/>
          </ac:spMkLst>
        </pc:spChg>
        <pc:spChg chg="add mod">
          <ac:chgData name="Dunja Međurečan" userId="be7980b5e27fd975" providerId="LiveId" clId="{F01E9774-56F1-4D94-877C-9C4B3BC869A6}" dt="2026-06-03T07:45:35.392" v="107" actId="1076"/>
          <ac:spMkLst>
            <pc:docMk/>
            <pc:sldMk cId="2071566356" sldId="257"/>
            <ac:spMk id="30" creationId="{5B542C23-3A4D-FB64-5AF7-B745AADA728D}"/>
          </ac:spMkLst>
        </pc:spChg>
        <pc:spChg chg="add mod">
          <ac:chgData name="Dunja Međurečan" userId="be7980b5e27fd975" providerId="LiveId" clId="{F01E9774-56F1-4D94-877C-9C4B3BC869A6}" dt="2026-06-03T07:47:10.066" v="183" actId="20577"/>
          <ac:spMkLst>
            <pc:docMk/>
            <pc:sldMk cId="2071566356" sldId="257"/>
            <ac:spMk id="35" creationId="{BBE7A8B5-69C1-1891-C43F-C0EBFBA8D8C2}"/>
          </ac:spMkLst>
        </pc:spChg>
        <pc:spChg chg="add mod">
          <ac:chgData name="Dunja Međurečan" userId="be7980b5e27fd975" providerId="LiveId" clId="{F01E9774-56F1-4D94-877C-9C4B3BC869A6}" dt="2026-06-03T07:48:00.537" v="222" actId="1076"/>
          <ac:spMkLst>
            <pc:docMk/>
            <pc:sldMk cId="2071566356" sldId="257"/>
            <ac:spMk id="38" creationId="{5AC21B60-D013-A2F8-E732-18B7705B6EEE}"/>
          </ac:spMkLst>
        </pc:spChg>
        <pc:spChg chg="add mod">
          <ac:chgData name="Dunja Međurečan" userId="be7980b5e27fd975" providerId="LiveId" clId="{F01E9774-56F1-4D94-877C-9C4B3BC869A6}" dt="2026-06-03T07:48:30.685" v="247" actId="1076"/>
          <ac:spMkLst>
            <pc:docMk/>
            <pc:sldMk cId="2071566356" sldId="257"/>
            <ac:spMk id="39" creationId="{BF49A592-DA74-086B-2CBF-79FA35419FE7}"/>
          </ac:spMkLst>
        </pc:spChg>
        <pc:picChg chg="add mod">
          <ac:chgData name="Dunja Međurečan" userId="be7980b5e27fd975" providerId="LiveId" clId="{F01E9774-56F1-4D94-877C-9C4B3BC869A6}" dt="2026-06-03T07:34:31.478" v="4" actId="14100"/>
          <ac:picMkLst>
            <pc:docMk/>
            <pc:sldMk cId="2071566356" sldId="257"/>
            <ac:picMk id="3" creationId="{7AD9CA48-3547-BC26-3CE3-744BC30E4CD5}"/>
          </ac:picMkLst>
        </pc:picChg>
        <pc:picChg chg="add mod">
          <ac:chgData name="Dunja Međurečan" userId="be7980b5e27fd975" providerId="LiveId" clId="{F01E9774-56F1-4D94-877C-9C4B3BC869A6}" dt="2026-06-03T07:45:32.101" v="106" actId="1076"/>
          <ac:picMkLst>
            <pc:docMk/>
            <pc:sldMk cId="2071566356" sldId="257"/>
            <ac:picMk id="5" creationId="{9F1F2D79-DAB7-6310-8F3F-6954574FDB92}"/>
          </ac:picMkLst>
        </pc:picChg>
        <pc:picChg chg="add mod">
          <ac:chgData name="Dunja Međurečan" userId="be7980b5e27fd975" providerId="LiveId" clId="{F01E9774-56F1-4D94-877C-9C4B3BC869A6}" dt="2026-06-03T07:45:08.574" v="101" actId="1076"/>
          <ac:picMkLst>
            <pc:docMk/>
            <pc:sldMk cId="2071566356" sldId="257"/>
            <ac:picMk id="7" creationId="{B5C16480-3AB6-88AB-F087-3A061514CE0E}"/>
          </ac:picMkLst>
        </pc:picChg>
        <pc:picChg chg="add mod">
          <ac:chgData name="Dunja Međurečan" userId="be7980b5e27fd975" providerId="LiveId" clId="{F01E9774-56F1-4D94-877C-9C4B3BC869A6}" dt="2026-06-03T07:36:37.419" v="18" actId="1076"/>
          <ac:picMkLst>
            <pc:docMk/>
            <pc:sldMk cId="2071566356" sldId="257"/>
            <ac:picMk id="8" creationId="{06109D52-60F9-622B-D21B-A15C8F5777E9}"/>
          </ac:picMkLst>
        </pc:picChg>
        <pc:picChg chg="add mod">
          <ac:chgData name="Dunja Međurečan" userId="be7980b5e27fd975" providerId="LiveId" clId="{F01E9774-56F1-4D94-877C-9C4B3BC869A6}" dt="2026-06-03T07:44:51.437" v="98" actId="1076"/>
          <ac:picMkLst>
            <pc:docMk/>
            <pc:sldMk cId="2071566356" sldId="257"/>
            <ac:picMk id="9" creationId="{96593757-521E-E5DF-1763-0818AA132CC4}"/>
          </ac:picMkLst>
        </pc:picChg>
        <pc:picChg chg="add mod">
          <ac:chgData name="Dunja Međurečan" userId="be7980b5e27fd975" providerId="LiveId" clId="{F01E9774-56F1-4D94-877C-9C4B3BC869A6}" dt="2026-06-03T07:38:27.081" v="29" actId="1076"/>
          <ac:picMkLst>
            <pc:docMk/>
            <pc:sldMk cId="2071566356" sldId="257"/>
            <ac:picMk id="11" creationId="{096F53FC-ECBC-B0F8-935F-FFF2E82BFD88}"/>
          </ac:picMkLst>
        </pc:picChg>
        <pc:picChg chg="add mod">
          <ac:chgData name="Dunja Međurečan" userId="be7980b5e27fd975" providerId="LiveId" clId="{F01E9774-56F1-4D94-877C-9C4B3BC869A6}" dt="2026-06-03T07:38:35.836" v="31" actId="1076"/>
          <ac:picMkLst>
            <pc:docMk/>
            <pc:sldMk cId="2071566356" sldId="257"/>
            <ac:picMk id="12" creationId="{CEB911DD-EEBB-C05A-07C8-27AE9724A5C5}"/>
          </ac:picMkLst>
        </pc:picChg>
        <pc:picChg chg="add mod">
          <ac:chgData name="Dunja Međurečan" userId="be7980b5e27fd975" providerId="LiveId" clId="{F01E9774-56F1-4D94-877C-9C4B3BC869A6}" dt="2026-06-03T07:40:40.274" v="38" actId="1076"/>
          <ac:picMkLst>
            <pc:docMk/>
            <pc:sldMk cId="2071566356" sldId="257"/>
            <ac:picMk id="18" creationId="{DDD0CF9A-18DD-7E24-74E3-F265F219A20A}"/>
          </ac:picMkLst>
        </pc:picChg>
        <pc:cxnChg chg="add mod">
          <ac:chgData name="Dunja Međurečan" userId="be7980b5e27fd975" providerId="LiveId" clId="{F01E9774-56F1-4D94-877C-9C4B3BC869A6}" dt="2026-06-03T07:39:27.542" v="34" actId="208"/>
          <ac:cxnSpMkLst>
            <pc:docMk/>
            <pc:sldMk cId="2071566356" sldId="257"/>
            <ac:cxnSpMk id="14" creationId="{18967D2A-9A6E-CF04-ED09-9DB533AF3E35}"/>
          </ac:cxnSpMkLst>
        </pc:cxnChg>
        <pc:cxnChg chg="add mod">
          <ac:chgData name="Dunja Međurečan" userId="be7980b5e27fd975" providerId="LiveId" clId="{F01E9774-56F1-4D94-877C-9C4B3BC869A6}" dt="2026-06-03T07:39:30.312" v="35" actId="208"/>
          <ac:cxnSpMkLst>
            <pc:docMk/>
            <pc:sldMk cId="2071566356" sldId="257"/>
            <ac:cxnSpMk id="16" creationId="{C62A1034-C092-5675-1378-8F40FEB881BF}"/>
          </ac:cxnSpMkLst>
        </pc:cxnChg>
        <pc:cxnChg chg="add mod">
          <ac:chgData name="Dunja Međurečan" userId="be7980b5e27fd975" providerId="LiveId" clId="{F01E9774-56F1-4D94-877C-9C4B3BC869A6}" dt="2026-06-03T07:45:24.372" v="104" actId="14100"/>
          <ac:cxnSpMkLst>
            <pc:docMk/>
            <pc:sldMk cId="2071566356" sldId="257"/>
            <ac:cxnSpMk id="20" creationId="{E6B95A5A-F3EA-66EA-EFAB-028A2B068078}"/>
          </ac:cxnSpMkLst>
        </pc:cxnChg>
        <pc:cxnChg chg="add del mod">
          <ac:chgData name="Dunja Međurečan" userId="be7980b5e27fd975" providerId="LiveId" clId="{F01E9774-56F1-4D94-877C-9C4B3BC869A6}" dt="2026-06-03T07:41:16.397" v="45" actId="478"/>
          <ac:cxnSpMkLst>
            <pc:docMk/>
            <pc:sldMk cId="2071566356" sldId="257"/>
            <ac:cxnSpMk id="21" creationId="{985379EC-3B6B-919D-CB7E-802F01174AD4}"/>
          </ac:cxnSpMkLst>
        </pc:cxnChg>
        <pc:cxnChg chg="add mod">
          <ac:chgData name="Dunja Međurečan" userId="be7980b5e27fd975" providerId="LiveId" clId="{F01E9774-56F1-4D94-877C-9C4B3BC869A6}" dt="2026-06-03T07:45:28.774" v="105" actId="14100"/>
          <ac:cxnSpMkLst>
            <pc:docMk/>
            <pc:sldMk cId="2071566356" sldId="257"/>
            <ac:cxnSpMk id="23" creationId="{3791C7AA-9C30-650E-455B-7651B4697AE3}"/>
          </ac:cxnSpMkLst>
        </pc:cxnChg>
        <pc:cxnChg chg="add mod">
          <ac:chgData name="Dunja Međurečan" userId="be7980b5e27fd975" providerId="LiveId" clId="{F01E9774-56F1-4D94-877C-9C4B3BC869A6}" dt="2026-06-03T07:45:38.014" v="108" actId="1076"/>
          <ac:cxnSpMkLst>
            <pc:docMk/>
            <pc:sldMk cId="2071566356" sldId="257"/>
            <ac:cxnSpMk id="24" creationId="{4E263705-4C53-8C9E-89E7-384C79E43879}"/>
          </ac:cxnSpMkLst>
        </pc:cxnChg>
        <pc:cxnChg chg="add mod">
          <ac:chgData name="Dunja Međurečan" userId="be7980b5e27fd975" providerId="LiveId" clId="{F01E9774-56F1-4D94-877C-9C4B3BC869A6}" dt="2026-06-03T07:45:40.806" v="109" actId="1076"/>
          <ac:cxnSpMkLst>
            <pc:docMk/>
            <pc:sldMk cId="2071566356" sldId="257"/>
            <ac:cxnSpMk id="25" creationId="{6D9A0F44-B4CC-FD51-AD06-EDBA10B4A1D2}"/>
          </ac:cxnSpMkLst>
        </pc:cxnChg>
        <pc:cxnChg chg="add mod">
          <ac:chgData name="Dunja Međurečan" userId="be7980b5e27fd975" providerId="LiveId" clId="{F01E9774-56F1-4D94-877C-9C4B3BC869A6}" dt="2026-06-03T07:44:58.895" v="100" actId="1076"/>
          <ac:cxnSpMkLst>
            <pc:docMk/>
            <pc:sldMk cId="2071566356" sldId="257"/>
            <ac:cxnSpMk id="26" creationId="{C059CD13-10F2-871C-466B-F0E849FCC432}"/>
          </ac:cxnSpMkLst>
        </pc:cxnChg>
        <pc:cxnChg chg="add mod">
          <ac:chgData name="Dunja Međurečan" userId="be7980b5e27fd975" providerId="LiveId" clId="{F01E9774-56F1-4D94-877C-9C4B3BC869A6}" dt="2026-06-03T07:44:54.899" v="99" actId="1076"/>
          <ac:cxnSpMkLst>
            <pc:docMk/>
            <pc:sldMk cId="2071566356" sldId="257"/>
            <ac:cxnSpMk id="27" creationId="{660F3AD0-82CD-5EC6-6275-E79F05ED7D1F}"/>
          </ac:cxnSpMkLst>
        </pc:cxnChg>
        <pc:cxnChg chg="add mod">
          <ac:chgData name="Dunja Međurečan" userId="be7980b5e27fd975" providerId="LiveId" clId="{F01E9774-56F1-4D94-877C-9C4B3BC869A6}" dt="2026-06-03T07:47:23.140" v="185" actId="1076"/>
          <ac:cxnSpMkLst>
            <pc:docMk/>
            <pc:sldMk cId="2071566356" sldId="257"/>
            <ac:cxnSpMk id="36" creationId="{AEEE0027-CB52-7681-EF64-FA8D6F6FD7B2}"/>
          </ac:cxnSpMkLst>
        </pc:cxnChg>
        <pc:cxnChg chg="add mod">
          <ac:chgData name="Dunja Međurečan" userId="be7980b5e27fd975" providerId="LiveId" clId="{F01E9774-56F1-4D94-877C-9C4B3BC869A6}" dt="2026-06-03T07:47:33.183" v="187" actId="1076"/>
          <ac:cxnSpMkLst>
            <pc:docMk/>
            <pc:sldMk cId="2071566356" sldId="257"/>
            <ac:cxnSpMk id="37" creationId="{23575EB8-474C-5013-BCEF-70FEEA018968}"/>
          </ac:cxnSpMkLst>
        </pc:cxn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2:21:25.6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1 666 24575,'1'0'0,"1"-1"0,0 0 0,-1 0 0,1 0 0,-1 1 0,0-2 0,1 1 0,-1 0 0,0 0 0,0 0 0,2-3 0,6-4 0,24-20 0,35-38 0,-15 13 0,-42 42 0,13-19 0,4-2 0,-4 10 0,0 2 0,2 1 0,0 0 0,52-26 0,-16 5 0,-46 28 0,1 0 0,36-17 0,-21 16 0,0 1 0,1 2 0,1 1 0,-1 2 0,1 1 0,0 2 0,37 0 0,-24 3 0,57-8 0,65-6 0,-123 13 0,46-10 0,-12 1 0,-73 9 0,1 0 0,-1 0 0,0 0 0,1-1 0,-1 0 0,0 0 0,-1-1 0,1 0 0,10-8 0,-8 5 0,1 1 0,0 0 0,17-7 0,-10 8 0,1 0 0,0 1 0,0 1 0,32-2 0,76 7 0,-59 0 0,-53-3 0,1 2 0,-1-1 0,0 2 0,0 0 0,-1 0 0,1 1 0,0 1 0,12 5 0,37 20 0,78 50 0,-101-52 0,-1 1 0,62 59 0,-92-77 0,-1-1 0,0 1 0,-1 0 0,0 1 0,-1-1 0,6 13 0,-3-1 0,0 1 0,7 28 0,-11-27 0,-2 0 0,2 30 0,3 19 0,1 6 0,-3 1 0,-6 86 0,0-110 0,0-51 0,0 0 0,1 1 0,-1-1 0,1 1 0,1-1 0,-1 0 0,1 0 0,0 0 0,3 8 0,3-1 0,0 1 0,13 14 0,-14-18 0,-1-1 0,0 1 0,0 1 0,-1-1 0,0 1 0,-1 0 0,0 0 0,0 1 0,-1-1 0,2 15 0,0 8 0,7 35 0,6 116 0,-18-128 0,-2 133 0,0-175 0,0 1 0,0-1 0,-1-1 0,-1 1 0,0 0 0,-1-1 0,0 0 0,-1 0 0,-1 0 0,-11 16 0,10-17 0,0 1 0,2-1 0,-1 1 0,1 0 0,1 1 0,1-1 0,-5 20 0,0 11 0,-8 30 0,-11 125 0,14-41 0,-2 93 0,17 60 0,-2-293 0,-1-1 0,-1 0 0,0 0 0,-2 0 0,-6 17 0,-6 27 0,1-2 0,9-33 0,1 0 0,-5 40 0,-3 30 123,2-3-1611,10-67-5338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2T12:21:31.3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3155 24575,'0'11'0,"1"0"0,1 0 0,0 0 0,0 0 0,1 0 0,1-1 0,0 1 0,5 10 0,49 78 0,-53-92 0,24 43 0,-18-30 0,1-1 0,0 1 0,2-2 0,0 0 0,26 26 0,151 138 0,-168-158 0,1 0 0,1-1 0,2-2 0,0 0 0,1-2 0,1-1 0,0-2 0,2 0 0,0-2 0,61 18 0,-15-5 0,-49-16 0,0-2 0,44 10 0,-64-17 0,1-1 0,-1-1 0,0 1 0,0-1 0,0 0 0,1-1 0,-1 0 0,0 0 0,0-1 0,0 0 0,0-1 0,-1 1 0,14-7 0,4-4 0,1 2 0,1 2 0,0 0 0,38-7 0,-32 9 0,1-2 0,35-15 0,-60 19 0,1-1 0,-1 1 0,16-14 0,12-8 0,12 0 0,39-24 0,-66 37 0,0 2 0,1 0 0,0 1 0,48-13 0,-61 20 0,1 0 0,-1-1 0,-1 0 0,1 0 0,-1-1 0,17-13 0,-1-3 0,21-27 0,-35 38 0,2-4 0,-1-1 0,0 0 0,12-23 0,24-56 0,-28 53 0,-2 10 0,-13 24 0,0 0 0,-1-1 0,0 1 0,0-1 0,-1 0 0,3-14 0,-3 11 0,1 1 0,0-1 0,1 0 0,0 1 0,1 0 0,0 0 0,1 1 0,9-11 0,-8 10 0,-1 1 0,0-1 0,0-1 0,-1 1 0,-1-1 0,0 0 0,5-18 0,13-121 0,-4 22 0,-10 57 0,-3 0 0,-4-104 0,-2 132 0,1 13 0,1 0 0,8-33 0,2-21 0,-8-67 0,-5 100 0,12-102 0,6 67 0,-7 39 0,5-57 0,-12-189 0,-4 161 0,0 101 0,0 13 0,1-1 0,1 0 0,1 0 0,7-33 0,-3 31 0,5-14 0,-1 1 0,-3-1 0,6-56 0,-12-132 0,-3 101 0,1 110 0,-1 0 0,-1-1 0,1 1 0,-2 0 0,0 1 0,-11-25 0,1 4 0,6 11 0,0 0 0,2-1 0,0 0 0,1 0 0,-2-39 0,6 48-341,0 1 0,-1-1-1,-5-19 1,2 15-6485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Naslovni slaj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57999BC-FB01-D084-5858-5AE04DD5DC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061435DE-F2E6-16BF-2B97-AED50E8EA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r-HR"/>
              <a:t>Kliknite da biste uredili stil podnaslova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EEBA61CA-AEB2-222D-7B58-773967D2C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8588DE1E-AE04-D8D8-0623-97477BAD5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073E2BB5-138D-6EC1-82D1-A3D056675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40009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 sadržaj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C277CE98-4C59-97CE-2589-EA070399E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C3D62CDE-ABC0-7130-0AA4-C41A6A858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E42E7295-CEC7-EE5C-6F92-39958FCD0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D1D1BC0A-8941-6ACC-892E-B8E4DA603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DF433A23-7D50-2BC8-4F1C-DD584577F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1780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aglavlje sekcij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9DF4076F-9DD7-B5DF-C7C2-2BF14271F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8045FC22-51C1-F8F0-154F-E3163E401F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F7E1E196-18E6-8CE8-AFF1-F8EDF47C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55D587CE-C8DA-744B-9F8A-1D40BB69A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E68E0BCD-3118-3EF2-1DE6-98D566CFA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1649978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sadržaj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F4A13058-762E-604E-D45C-13C92E1EB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92AB1D93-354D-F12F-E2EC-A5211FA4C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E9B8CD49-1B7E-16A0-38C8-952B858A35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C7C80741-F032-9505-25D6-84003768D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5034D280-344A-CF90-7292-9C20C246C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0B10D98E-9806-7112-FF18-266419956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695531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Usporedb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3C8C1686-6697-38AD-BDE1-5F3A10F3D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763B016C-DC89-8EE3-FDA5-B4717FC11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4" name="Rezervirano mjesto sadržaja 3">
            <a:extLst>
              <a:ext uri="{FF2B5EF4-FFF2-40B4-BE49-F238E27FC236}">
                <a16:creationId xmlns:a16="http://schemas.microsoft.com/office/drawing/2014/main" id="{F67AB9A2-1677-28A2-A4B8-090C9804D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5" name="Rezervirano mjesto teksta 4">
            <a:extLst>
              <a:ext uri="{FF2B5EF4-FFF2-40B4-BE49-F238E27FC236}">
                <a16:creationId xmlns:a16="http://schemas.microsoft.com/office/drawing/2014/main" id="{59B3F51F-3452-D211-2185-A556D6D087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6" name="Rezervirano mjesto sadržaja 5">
            <a:extLst>
              <a:ext uri="{FF2B5EF4-FFF2-40B4-BE49-F238E27FC236}">
                <a16:creationId xmlns:a16="http://schemas.microsoft.com/office/drawing/2014/main" id="{7E059F09-EBA3-E30C-0C5B-3EE94DE44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7" name="Rezervirano mjesto datuma 6">
            <a:extLst>
              <a:ext uri="{FF2B5EF4-FFF2-40B4-BE49-F238E27FC236}">
                <a16:creationId xmlns:a16="http://schemas.microsoft.com/office/drawing/2014/main" id="{59E30B1D-FC55-093D-A491-028A1C11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8" name="Rezervirano mjesto podnožja 7">
            <a:extLst>
              <a:ext uri="{FF2B5EF4-FFF2-40B4-BE49-F238E27FC236}">
                <a16:creationId xmlns:a16="http://schemas.microsoft.com/office/drawing/2014/main" id="{F5665060-BF61-3E9B-E007-1C035D4A5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Rezervirano mjesto broja slajda 8">
            <a:extLst>
              <a:ext uri="{FF2B5EF4-FFF2-40B4-BE49-F238E27FC236}">
                <a16:creationId xmlns:a16="http://schemas.microsoft.com/office/drawing/2014/main" id="{24570AC5-468E-49ED-4386-7C5094414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343488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6016AADE-C292-AA56-3E82-73BA0C54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datuma 2">
            <a:extLst>
              <a:ext uri="{FF2B5EF4-FFF2-40B4-BE49-F238E27FC236}">
                <a16:creationId xmlns:a16="http://schemas.microsoft.com/office/drawing/2014/main" id="{7C17772B-CBF2-BC21-4645-BB96DABA1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4" name="Rezervirano mjesto podnožja 3">
            <a:extLst>
              <a:ext uri="{FF2B5EF4-FFF2-40B4-BE49-F238E27FC236}">
                <a16:creationId xmlns:a16="http://schemas.microsoft.com/office/drawing/2014/main" id="{02AC9BE7-7F1C-A852-D0D3-CCEC2E877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Rezervirano mjesto broja slajda 4">
            <a:extLst>
              <a:ext uri="{FF2B5EF4-FFF2-40B4-BE49-F238E27FC236}">
                <a16:creationId xmlns:a16="http://schemas.microsoft.com/office/drawing/2014/main" id="{0A0306F9-2BCD-5E3B-6C02-58C6983A1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662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datuma 1">
            <a:extLst>
              <a:ext uri="{FF2B5EF4-FFF2-40B4-BE49-F238E27FC236}">
                <a16:creationId xmlns:a16="http://schemas.microsoft.com/office/drawing/2014/main" id="{A8A44EC5-A076-A1CC-6CAD-619C8373E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3" name="Rezervirano mjesto podnožja 2">
            <a:extLst>
              <a:ext uri="{FF2B5EF4-FFF2-40B4-BE49-F238E27FC236}">
                <a16:creationId xmlns:a16="http://schemas.microsoft.com/office/drawing/2014/main" id="{A582E1C1-386D-F249-794B-CE1E3322A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Rezervirano mjesto broja slajda 3">
            <a:extLst>
              <a:ext uri="{FF2B5EF4-FFF2-40B4-BE49-F238E27FC236}">
                <a16:creationId xmlns:a16="http://schemas.microsoft.com/office/drawing/2014/main" id="{81A01FA0-D4F5-9AED-20B3-5FBA5574B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4633860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adržaj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8361FAE-E592-B670-9125-C188F8D6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047031AF-4BDA-4427-B163-5A0A86D88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DAB8E92A-D8C0-3995-7005-C01E657AE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B61C50DA-A378-847A-3D13-745F3538A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FA24D1A4-8AF5-299E-722A-3B0F7C8FF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EF0EF895-7AB8-023D-D8DF-D317B5680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93311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ka s 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BCA3457-275A-6C3C-6C10-94439A834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slike 2">
            <a:extLst>
              <a:ext uri="{FF2B5EF4-FFF2-40B4-BE49-F238E27FC236}">
                <a16:creationId xmlns:a16="http://schemas.microsoft.com/office/drawing/2014/main" id="{146109C6-15D2-B730-1915-5882BB62C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Rezervirano mjesto teksta 3">
            <a:extLst>
              <a:ext uri="{FF2B5EF4-FFF2-40B4-BE49-F238E27FC236}">
                <a16:creationId xmlns:a16="http://schemas.microsoft.com/office/drawing/2014/main" id="{D6629BED-D011-6558-D620-4E5AD2234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r-HR"/>
              <a:t>Kliknite da biste uredili matrice</a:t>
            </a:r>
          </a:p>
        </p:txBody>
      </p:sp>
      <p:sp>
        <p:nvSpPr>
          <p:cNvPr id="5" name="Rezervirano mjesto datuma 4">
            <a:extLst>
              <a:ext uri="{FF2B5EF4-FFF2-40B4-BE49-F238E27FC236}">
                <a16:creationId xmlns:a16="http://schemas.microsoft.com/office/drawing/2014/main" id="{ACB3800D-5723-1E11-AB64-70ABF046A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6" name="Rezervirano mjesto podnožja 5">
            <a:extLst>
              <a:ext uri="{FF2B5EF4-FFF2-40B4-BE49-F238E27FC236}">
                <a16:creationId xmlns:a16="http://schemas.microsoft.com/office/drawing/2014/main" id="{47F9940A-D3EE-549A-35DE-39EC626E3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Rezervirano mjesto broja slajda 6">
            <a:extLst>
              <a:ext uri="{FF2B5EF4-FFF2-40B4-BE49-F238E27FC236}">
                <a16:creationId xmlns:a16="http://schemas.microsoft.com/office/drawing/2014/main" id="{98B59323-C8CE-F956-AD05-4249D9342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79388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 okomit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8AA624C8-1C01-4A2E-E654-D595BAAB4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0011522C-3B6B-A77A-5613-6DFE12A94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3E0646F7-67BE-9EDB-3F45-034EEDF78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7EAE5F1F-B707-B692-B6A0-8AE0C48FD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C3481C9F-F105-27A5-1D8D-CBE78374B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70560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Okomiti naslov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komiti naslov 1">
            <a:extLst>
              <a:ext uri="{FF2B5EF4-FFF2-40B4-BE49-F238E27FC236}">
                <a16:creationId xmlns:a16="http://schemas.microsoft.com/office/drawing/2014/main" id="{B4CC814D-EC71-E1A0-E572-ACDC147B15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okomitog teksta 2">
            <a:extLst>
              <a:ext uri="{FF2B5EF4-FFF2-40B4-BE49-F238E27FC236}">
                <a16:creationId xmlns:a16="http://schemas.microsoft.com/office/drawing/2014/main" id="{4614783E-9985-5454-8D10-3E647716D3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9AE49AB2-16E5-2CF5-6F67-9E354063D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D3BCE993-5338-D929-F2EB-C7658AC6A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8D414625-57E6-18FB-8D57-11D289B4D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0258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zervirano mjesto naslova 1">
            <a:extLst>
              <a:ext uri="{FF2B5EF4-FFF2-40B4-BE49-F238E27FC236}">
                <a16:creationId xmlns:a16="http://schemas.microsoft.com/office/drawing/2014/main" id="{FBCC204A-DC5B-078D-D0E2-EF138E36B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r-HR"/>
              <a:t>Kliknite da biste uredili stil naslova matrice</a:t>
            </a:r>
          </a:p>
        </p:txBody>
      </p:sp>
      <p:sp>
        <p:nvSpPr>
          <p:cNvPr id="3" name="Rezervirano mjesto teksta 2">
            <a:extLst>
              <a:ext uri="{FF2B5EF4-FFF2-40B4-BE49-F238E27FC236}">
                <a16:creationId xmlns:a16="http://schemas.microsoft.com/office/drawing/2014/main" id="{9F431F7F-0C57-1CB5-37C3-F34616F53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r-HR"/>
              <a:t>Kliknite da biste uredili matrice</a:t>
            </a:r>
          </a:p>
          <a:p>
            <a:pPr lvl="1"/>
            <a:r>
              <a:rPr lang="hr-HR"/>
              <a:t>Druga razina</a:t>
            </a:r>
          </a:p>
          <a:p>
            <a:pPr lvl="2"/>
            <a:r>
              <a:rPr lang="hr-HR"/>
              <a:t>Treća razina</a:t>
            </a:r>
          </a:p>
          <a:p>
            <a:pPr lvl="3"/>
            <a:r>
              <a:rPr lang="hr-HR"/>
              <a:t>Četvrta razina</a:t>
            </a:r>
          </a:p>
          <a:p>
            <a:pPr lvl="4"/>
            <a:r>
              <a:rPr lang="hr-HR"/>
              <a:t>Peta razina stilove teksta</a:t>
            </a:r>
          </a:p>
        </p:txBody>
      </p:sp>
      <p:sp>
        <p:nvSpPr>
          <p:cNvPr id="4" name="Rezervirano mjesto datuma 3">
            <a:extLst>
              <a:ext uri="{FF2B5EF4-FFF2-40B4-BE49-F238E27FC236}">
                <a16:creationId xmlns:a16="http://schemas.microsoft.com/office/drawing/2014/main" id="{092C9AFC-3806-A05D-9BB0-16F0392624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03B79B-9B76-4E6F-A01B-C7DDCB233BD4}" type="datetimeFigureOut">
              <a:rPr lang="hr-HR" smtClean="0"/>
              <a:t>3.6.2026.</a:t>
            </a:fld>
            <a:endParaRPr lang="hr-HR"/>
          </a:p>
        </p:txBody>
      </p:sp>
      <p:sp>
        <p:nvSpPr>
          <p:cNvPr id="5" name="Rezervirano mjesto podnožja 4">
            <a:extLst>
              <a:ext uri="{FF2B5EF4-FFF2-40B4-BE49-F238E27FC236}">
                <a16:creationId xmlns:a16="http://schemas.microsoft.com/office/drawing/2014/main" id="{072FB901-465C-8017-9575-E37B3A2AE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Rezervirano mjesto broja slajda 5">
            <a:extLst>
              <a:ext uri="{FF2B5EF4-FFF2-40B4-BE49-F238E27FC236}">
                <a16:creationId xmlns:a16="http://schemas.microsoft.com/office/drawing/2014/main" id="{1F9E0CE5-AC2C-B606-AC05-1AEC94105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75B72-58F1-4560-95CD-A0678571DBF8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88455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7.svg"/><Relationship Id="rId7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avokutnik: zaobljeni kutovi 3">
            <a:extLst>
              <a:ext uri="{FF2B5EF4-FFF2-40B4-BE49-F238E27FC236}">
                <a16:creationId xmlns:a16="http://schemas.microsoft.com/office/drawing/2014/main" id="{C7DCEBF6-DFE0-CE71-15D2-9E3892639B6A}"/>
              </a:ext>
            </a:extLst>
          </p:cNvPr>
          <p:cNvSpPr>
            <a:spLocks/>
          </p:cNvSpPr>
          <p:nvPr/>
        </p:nvSpPr>
        <p:spPr>
          <a:xfrm>
            <a:off x="1535596" y="1682197"/>
            <a:ext cx="1321904" cy="2613992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r-HR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Vreća za udaranje</a:t>
            </a:r>
          </a:p>
        </p:txBody>
      </p:sp>
      <p:sp>
        <p:nvSpPr>
          <p:cNvPr id="5" name="Nasmiješeno lice 4">
            <a:extLst>
              <a:ext uri="{FF2B5EF4-FFF2-40B4-BE49-F238E27FC236}">
                <a16:creationId xmlns:a16="http://schemas.microsoft.com/office/drawing/2014/main" id="{B34A88E3-9FA7-9649-E5ED-A05FAB50798E}"/>
              </a:ext>
            </a:extLst>
          </p:cNvPr>
          <p:cNvSpPr>
            <a:spLocks/>
          </p:cNvSpPr>
          <p:nvPr/>
        </p:nvSpPr>
        <p:spPr>
          <a:xfrm>
            <a:off x="626165" y="2196548"/>
            <a:ext cx="606287" cy="626165"/>
          </a:xfrm>
          <a:prstGeom prst="smileyFac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9" name="Ravni poveznik 8">
            <a:extLst>
              <a:ext uri="{FF2B5EF4-FFF2-40B4-BE49-F238E27FC236}">
                <a16:creationId xmlns:a16="http://schemas.microsoft.com/office/drawing/2014/main" id="{3671BD15-3964-0024-91D3-E31FC492BD68}"/>
              </a:ext>
            </a:extLst>
          </p:cNvPr>
          <p:cNvCxnSpPr>
            <a:cxnSpLocks/>
            <a:stCxn id="5" idx="4"/>
          </p:cNvCxnSpPr>
          <p:nvPr/>
        </p:nvCxnSpPr>
        <p:spPr>
          <a:xfrm>
            <a:off x="929309" y="2822713"/>
            <a:ext cx="14908" cy="12523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Ravni poveznik 10">
            <a:extLst>
              <a:ext uri="{FF2B5EF4-FFF2-40B4-BE49-F238E27FC236}">
                <a16:creationId xmlns:a16="http://schemas.microsoft.com/office/drawing/2014/main" id="{05E0D27E-3C3A-E40C-D767-9F63DBC5C097}"/>
              </a:ext>
            </a:extLst>
          </p:cNvPr>
          <p:cNvCxnSpPr>
            <a:cxnSpLocks/>
          </p:cNvCxnSpPr>
          <p:nvPr/>
        </p:nvCxnSpPr>
        <p:spPr>
          <a:xfrm flipV="1">
            <a:off x="959125" y="2946951"/>
            <a:ext cx="357809" cy="3578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Ravni poveznik 11">
            <a:extLst>
              <a:ext uri="{FF2B5EF4-FFF2-40B4-BE49-F238E27FC236}">
                <a16:creationId xmlns:a16="http://schemas.microsoft.com/office/drawing/2014/main" id="{205BB874-91B0-16D8-447D-FBEF9030E99A}"/>
              </a:ext>
            </a:extLst>
          </p:cNvPr>
          <p:cNvCxnSpPr>
            <a:cxnSpLocks/>
          </p:cNvCxnSpPr>
          <p:nvPr/>
        </p:nvCxnSpPr>
        <p:spPr>
          <a:xfrm>
            <a:off x="461753" y="2989193"/>
            <a:ext cx="489918" cy="3230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Ravni poveznik 14">
            <a:extLst>
              <a:ext uri="{FF2B5EF4-FFF2-40B4-BE49-F238E27FC236}">
                <a16:creationId xmlns:a16="http://schemas.microsoft.com/office/drawing/2014/main" id="{C8B1A1C1-5B10-95DE-3834-97AB087AB708}"/>
              </a:ext>
            </a:extLst>
          </p:cNvPr>
          <p:cNvCxnSpPr>
            <a:cxnSpLocks/>
          </p:cNvCxnSpPr>
          <p:nvPr/>
        </p:nvCxnSpPr>
        <p:spPr>
          <a:xfrm flipV="1">
            <a:off x="583923" y="4062618"/>
            <a:ext cx="357809" cy="3578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Ravni poveznik 15">
            <a:extLst>
              <a:ext uri="{FF2B5EF4-FFF2-40B4-BE49-F238E27FC236}">
                <a16:creationId xmlns:a16="http://schemas.microsoft.com/office/drawing/2014/main" id="{7F595108-4DBF-145A-C2DC-C2CEEF30570C}"/>
              </a:ext>
            </a:extLst>
          </p:cNvPr>
          <p:cNvCxnSpPr>
            <a:cxnSpLocks/>
          </p:cNvCxnSpPr>
          <p:nvPr/>
        </p:nvCxnSpPr>
        <p:spPr>
          <a:xfrm>
            <a:off x="964094" y="4062618"/>
            <a:ext cx="287407" cy="3578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Pravokutnik 18">
            <a:extLst>
              <a:ext uri="{FF2B5EF4-FFF2-40B4-BE49-F238E27FC236}">
                <a16:creationId xmlns:a16="http://schemas.microsoft.com/office/drawing/2014/main" id="{92695387-18AC-657D-E7FE-E2C2AEECE012}"/>
              </a:ext>
            </a:extLst>
          </p:cNvPr>
          <p:cNvSpPr/>
          <p:nvPr/>
        </p:nvSpPr>
        <p:spPr>
          <a:xfrm>
            <a:off x="2007704" y="1682197"/>
            <a:ext cx="387626" cy="136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sp>
        <p:nvSpPr>
          <p:cNvPr id="20" name="Pravokutnik 19">
            <a:extLst>
              <a:ext uri="{FF2B5EF4-FFF2-40B4-BE49-F238E27FC236}">
                <a16:creationId xmlns:a16="http://schemas.microsoft.com/office/drawing/2014/main" id="{2638E5EC-7BDC-D237-70CB-A605370C61B2}"/>
              </a:ext>
            </a:extLst>
          </p:cNvPr>
          <p:cNvSpPr/>
          <p:nvPr/>
        </p:nvSpPr>
        <p:spPr>
          <a:xfrm>
            <a:off x="2007704" y="4222473"/>
            <a:ext cx="387626" cy="1366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1" name="Rukopis 20">
                <a:extLst>
                  <a:ext uri="{FF2B5EF4-FFF2-40B4-BE49-F238E27FC236}">
                    <a16:creationId xmlns:a16="http://schemas.microsoft.com/office/drawing/2014/main" id="{A1F3885A-76BC-198C-703F-E084635E436F}"/>
                  </a:ext>
                </a:extLst>
              </p14:cNvPr>
              <p14:cNvContentPartPr/>
              <p14:nvPr/>
            </p14:nvContentPartPr>
            <p14:xfrm>
              <a:off x="2226350" y="1459362"/>
              <a:ext cx="955440" cy="1322280"/>
            </p14:xfrm>
          </p:contentPart>
        </mc:Choice>
        <mc:Fallback xmlns="">
          <p:pic>
            <p:nvPicPr>
              <p:cNvPr id="21" name="Rukopis 20">
                <a:extLst>
                  <a:ext uri="{FF2B5EF4-FFF2-40B4-BE49-F238E27FC236}">
                    <a16:creationId xmlns:a16="http://schemas.microsoft.com/office/drawing/2014/main" id="{A1F3885A-76BC-198C-703F-E084635E43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0230" y="1453242"/>
                <a:ext cx="967680" cy="13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2" name="Rukopis 21">
                <a:extLst>
                  <a:ext uri="{FF2B5EF4-FFF2-40B4-BE49-F238E27FC236}">
                    <a16:creationId xmlns:a16="http://schemas.microsoft.com/office/drawing/2014/main" id="{5BDD2DC0-C621-9EDA-14C1-3DB786406449}"/>
                  </a:ext>
                </a:extLst>
              </p14:cNvPr>
              <p14:cNvContentPartPr/>
              <p14:nvPr/>
            </p14:nvContentPartPr>
            <p14:xfrm>
              <a:off x="2206190" y="3207162"/>
              <a:ext cx="885960" cy="1453680"/>
            </p14:xfrm>
          </p:contentPart>
        </mc:Choice>
        <mc:Fallback xmlns="">
          <p:pic>
            <p:nvPicPr>
              <p:cNvPr id="22" name="Rukopis 21">
                <a:extLst>
                  <a:ext uri="{FF2B5EF4-FFF2-40B4-BE49-F238E27FC236}">
                    <a16:creationId xmlns:a16="http://schemas.microsoft.com/office/drawing/2014/main" id="{5BDD2DC0-C621-9EDA-14C1-3DB78640644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00070" y="3201042"/>
                <a:ext cx="898200" cy="14659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Pravokutnik 22">
            <a:extLst>
              <a:ext uri="{FF2B5EF4-FFF2-40B4-BE49-F238E27FC236}">
                <a16:creationId xmlns:a16="http://schemas.microsoft.com/office/drawing/2014/main" id="{1FD0C219-918B-BC16-2CB2-BB9FBC8FAD20}"/>
              </a:ext>
            </a:extLst>
          </p:cNvPr>
          <p:cNvSpPr/>
          <p:nvPr/>
        </p:nvSpPr>
        <p:spPr>
          <a:xfrm>
            <a:off x="2981739" y="2781642"/>
            <a:ext cx="418697" cy="4255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r-HR"/>
          </a:p>
        </p:txBody>
      </p:sp>
      <p:cxnSp>
        <p:nvCxnSpPr>
          <p:cNvPr id="25" name="Ravni poveznik sa strelicom 24">
            <a:extLst>
              <a:ext uri="{FF2B5EF4-FFF2-40B4-BE49-F238E27FC236}">
                <a16:creationId xmlns:a16="http://schemas.microsoft.com/office/drawing/2014/main" id="{A39D3271-1849-4AF5-9EB6-85D5D48C2367}"/>
              </a:ext>
            </a:extLst>
          </p:cNvPr>
          <p:cNvCxnSpPr>
            <a:cxnSpLocks/>
          </p:cNvCxnSpPr>
          <p:nvPr/>
        </p:nvCxnSpPr>
        <p:spPr>
          <a:xfrm>
            <a:off x="3400436" y="2375452"/>
            <a:ext cx="13504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avni poveznik sa strelicom 26">
            <a:extLst>
              <a:ext uri="{FF2B5EF4-FFF2-40B4-BE49-F238E27FC236}">
                <a16:creationId xmlns:a16="http://schemas.microsoft.com/office/drawing/2014/main" id="{C3E3C319-6015-D0D7-3464-0AAFC169DE07}"/>
              </a:ext>
            </a:extLst>
          </p:cNvPr>
          <p:cNvCxnSpPr>
            <a:cxnSpLocks/>
          </p:cNvCxnSpPr>
          <p:nvPr/>
        </p:nvCxnSpPr>
        <p:spPr>
          <a:xfrm flipH="1">
            <a:off x="3400436" y="2640496"/>
            <a:ext cx="135046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ravokutnik: zaobljeni kutovi 31">
            <a:extLst>
              <a:ext uri="{FF2B5EF4-FFF2-40B4-BE49-F238E27FC236}">
                <a16:creationId xmlns:a16="http://schemas.microsoft.com/office/drawing/2014/main" id="{3447BD33-66C6-1E1C-6D00-085162E5C73A}"/>
              </a:ext>
            </a:extLst>
          </p:cNvPr>
          <p:cNvSpPr/>
          <p:nvPr/>
        </p:nvSpPr>
        <p:spPr>
          <a:xfrm>
            <a:off x="7911548" y="834887"/>
            <a:ext cx="1818861" cy="163001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/>
              <a:t>Server</a:t>
            </a:r>
          </a:p>
          <a:p>
            <a:pPr algn="ctr"/>
            <a:r>
              <a:rPr lang="hr-HR" dirty="0"/>
              <a:t>Baza podataka</a:t>
            </a:r>
          </a:p>
        </p:txBody>
      </p:sp>
      <p:sp>
        <p:nvSpPr>
          <p:cNvPr id="33" name="Elipsa 32">
            <a:extLst>
              <a:ext uri="{FF2B5EF4-FFF2-40B4-BE49-F238E27FC236}">
                <a16:creationId xmlns:a16="http://schemas.microsoft.com/office/drawing/2014/main" id="{D9EF4D50-BA1E-A4EC-F724-4164EA2BC434}"/>
              </a:ext>
            </a:extLst>
          </p:cNvPr>
          <p:cNvSpPr/>
          <p:nvPr/>
        </p:nvSpPr>
        <p:spPr>
          <a:xfrm>
            <a:off x="4969550" y="2110563"/>
            <a:ext cx="826217" cy="77524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dirty="0" err="1"/>
              <a:t>Wifi</a:t>
            </a:r>
            <a:endParaRPr lang="hr-HR" dirty="0"/>
          </a:p>
        </p:txBody>
      </p:sp>
      <p:cxnSp>
        <p:nvCxnSpPr>
          <p:cNvPr id="35" name="Ravni poveznik sa strelicom 34">
            <a:extLst>
              <a:ext uri="{FF2B5EF4-FFF2-40B4-BE49-F238E27FC236}">
                <a16:creationId xmlns:a16="http://schemas.microsoft.com/office/drawing/2014/main" id="{8CF56EDB-7712-2F69-2439-BC9DFF6BA935}"/>
              </a:ext>
            </a:extLst>
          </p:cNvPr>
          <p:cNvCxnSpPr/>
          <p:nvPr/>
        </p:nvCxnSpPr>
        <p:spPr>
          <a:xfrm flipV="1">
            <a:off x="5795767" y="1272209"/>
            <a:ext cx="1946816" cy="924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avni poveznik sa strelicom 36">
            <a:extLst>
              <a:ext uri="{FF2B5EF4-FFF2-40B4-BE49-F238E27FC236}">
                <a16:creationId xmlns:a16="http://schemas.microsoft.com/office/drawing/2014/main" id="{4F66B03D-BA73-81BB-4ABA-36A6BE945BB6}"/>
              </a:ext>
            </a:extLst>
          </p:cNvPr>
          <p:cNvCxnSpPr>
            <a:cxnSpLocks/>
          </p:cNvCxnSpPr>
          <p:nvPr/>
        </p:nvCxnSpPr>
        <p:spPr>
          <a:xfrm flipH="1">
            <a:off x="5880249" y="1527161"/>
            <a:ext cx="1946816" cy="848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Ravni poveznik sa strelicom 39">
            <a:extLst>
              <a:ext uri="{FF2B5EF4-FFF2-40B4-BE49-F238E27FC236}">
                <a16:creationId xmlns:a16="http://schemas.microsoft.com/office/drawing/2014/main" id="{8EF6600C-D889-BD2B-6A43-0B7BD7DF7C95}"/>
              </a:ext>
            </a:extLst>
          </p:cNvPr>
          <p:cNvCxnSpPr/>
          <p:nvPr/>
        </p:nvCxnSpPr>
        <p:spPr>
          <a:xfrm>
            <a:off x="8696740" y="2563603"/>
            <a:ext cx="0" cy="1306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Ravni poveznik sa strelicom 41">
            <a:extLst>
              <a:ext uri="{FF2B5EF4-FFF2-40B4-BE49-F238E27FC236}">
                <a16:creationId xmlns:a16="http://schemas.microsoft.com/office/drawing/2014/main" id="{FCDE042B-16A0-346B-E860-0E08FFA03C56}"/>
              </a:ext>
            </a:extLst>
          </p:cNvPr>
          <p:cNvCxnSpPr/>
          <p:nvPr/>
        </p:nvCxnSpPr>
        <p:spPr>
          <a:xfrm flipV="1">
            <a:off x="8915399" y="2543725"/>
            <a:ext cx="0" cy="13268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4" name="Slika 43">
            <a:extLst>
              <a:ext uri="{FF2B5EF4-FFF2-40B4-BE49-F238E27FC236}">
                <a16:creationId xmlns:a16="http://schemas.microsoft.com/office/drawing/2014/main" id="{D88B14BA-3D05-7D1C-18D8-FD40CE44090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88997">
            <a:off x="5873116" y="4285491"/>
            <a:ext cx="3804400" cy="1980390"/>
          </a:xfrm>
          <a:prstGeom prst="rect">
            <a:avLst/>
          </a:prstGeom>
        </p:spPr>
      </p:pic>
      <p:pic>
        <p:nvPicPr>
          <p:cNvPr id="46" name="Slika 45">
            <a:extLst>
              <a:ext uri="{FF2B5EF4-FFF2-40B4-BE49-F238E27FC236}">
                <a16:creationId xmlns:a16="http://schemas.microsoft.com/office/drawing/2014/main" id="{D3AE5966-7536-D74B-6F79-433A9B895A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26445">
            <a:off x="8834487" y="4207268"/>
            <a:ext cx="2699619" cy="2561811"/>
          </a:xfrm>
          <a:prstGeom prst="rect">
            <a:avLst/>
          </a:prstGeom>
        </p:spPr>
      </p:pic>
      <p:pic>
        <p:nvPicPr>
          <p:cNvPr id="48" name="Slika 47">
            <a:extLst>
              <a:ext uri="{FF2B5EF4-FFF2-40B4-BE49-F238E27FC236}">
                <a16:creationId xmlns:a16="http://schemas.microsoft.com/office/drawing/2014/main" id="{BC42C3C6-6158-6306-2E76-1CB9FAD91E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3379" y="2051825"/>
            <a:ext cx="586337" cy="583702"/>
          </a:xfrm>
          <a:prstGeom prst="rect">
            <a:avLst/>
          </a:prstGeom>
        </p:spPr>
      </p:pic>
      <p:sp>
        <p:nvSpPr>
          <p:cNvPr id="49" name="TekstniOkvir 48">
            <a:extLst>
              <a:ext uri="{FF2B5EF4-FFF2-40B4-BE49-F238E27FC236}">
                <a16:creationId xmlns:a16="http://schemas.microsoft.com/office/drawing/2014/main" id="{838114D5-BC29-B109-80AA-FE06822B5673}"/>
              </a:ext>
            </a:extLst>
          </p:cNvPr>
          <p:cNvSpPr txBox="1"/>
          <p:nvPr/>
        </p:nvSpPr>
        <p:spPr>
          <a:xfrm>
            <a:off x="762827" y="1326982"/>
            <a:ext cx="170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 err="1"/>
              <a:t>akcelerometar</a:t>
            </a:r>
            <a:endParaRPr lang="hr-HR" dirty="0"/>
          </a:p>
        </p:txBody>
      </p:sp>
      <p:sp>
        <p:nvSpPr>
          <p:cNvPr id="50" name="TekstniOkvir 49">
            <a:extLst>
              <a:ext uri="{FF2B5EF4-FFF2-40B4-BE49-F238E27FC236}">
                <a16:creationId xmlns:a16="http://schemas.microsoft.com/office/drawing/2014/main" id="{C791F64A-B6CE-3F11-56E6-63E6299249D3}"/>
              </a:ext>
            </a:extLst>
          </p:cNvPr>
          <p:cNvSpPr txBox="1"/>
          <p:nvPr/>
        </p:nvSpPr>
        <p:spPr>
          <a:xfrm>
            <a:off x="7685919" y="3918356"/>
            <a:ext cx="20216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dirty="0"/>
              <a:t>Korisnička aplikacija</a:t>
            </a:r>
          </a:p>
        </p:txBody>
      </p:sp>
    </p:spTree>
    <p:extLst>
      <p:ext uri="{BB962C8B-B14F-4D97-AF65-F5344CB8AC3E}">
        <p14:creationId xmlns:p14="http://schemas.microsoft.com/office/powerpoint/2010/main" val="911872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2">
            <a:extLst>
              <a:ext uri="{FF2B5EF4-FFF2-40B4-BE49-F238E27FC236}">
                <a16:creationId xmlns:a16="http://schemas.microsoft.com/office/drawing/2014/main" id="{7AD9CA48-3547-BC26-3CE3-744BC30E4C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269" y="2413138"/>
            <a:ext cx="3057780" cy="2447097"/>
          </a:xfrm>
          <a:prstGeom prst="rect">
            <a:avLst/>
          </a:prstGeom>
        </p:spPr>
      </p:pic>
      <p:pic>
        <p:nvPicPr>
          <p:cNvPr id="5" name="Grafika 4" descr="Wi-Fi with solid fill">
            <a:extLst>
              <a:ext uri="{FF2B5EF4-FFF2-40B4-BE49-F238E27FC236}">
                <a16:creationId xmlns:a16="http://schemas.microsoft.com/office/drawing/2014/main" id="{9F1F2D79-DAB7-6310-8F3F-6954574FDB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3407" y="3296329"/>
            <a:ext cx="777766" cy="777766"/>
          </a:xfrm>
          <a:prstGeom prst="rect">
            <a:avLst/>
          </a:prstGeom>
        </p:spPr>
      </p:pic>
      <p:pic>
        <p:nvPicPr>
          <p:cNvPr id="7" name="Grafika 6" descr="Internet outline">
            <a:extLst>
              <a:ext uri="{FF2B5EF4-FFF2-40B4-BE49-F238E27FC236}">
                <a16:creationId xmlns:a16="http://schemas.microsoft.com/office/drawing/2014/main" id="{B5C16480-3AB6-88AB-F087-3A061514CE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11296" y="3209101"/>
            <a:ext cx="914400" cy="914400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06109D52-60F9-622B-D21B-A15C8F5777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5282" y="3898471"/>
            <a:ext cx="278524" cy="277272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96593757-521E-E5DF-1763-0818AA132CC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6718" y="2700088"/>
            <a:ext cx="2037688" cy="1933670"/>
          </a:xfrm>
          <a:prstGeom prst="rect">
            <a:avLst/>
          </a:prstGeom>
        </p:spPr>
      </p:pic>
      <p:pic>
        <p:nvPicPr>
          <p:cNvPr id="11" name="Slika 10">
            <a:extLst>
              <a:ext uri="{FF2B5EF4-FFF2-40B4-BE49-F238E27FC236}">
                <a16:creationId xmlns:a16="http://schemas.microsoft.com/office/drawing/2014/main" id="{096F53FC-ECBC-B0F8-935F-FFF2E82BFD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8496" y="4278687"/>
            <a:ext cx="354302" cy="355071"/>
          </a:xfrm>
          <a:prstGeom prst="rect">
            <a:avLst/>
          </a:prstGeom>
        </p:spPr>
      </p:pic>
      <p:pic>
        <p:nvPicPr>
          <p:cNvPr id="12" name="Slika 11">
            <a:extLst>
              <a:ext uri="{FF2B5EF4-FFF2-40B4-BE49-F238E27FC236}">
                <a16:creationId xmlns:a16="http://schemas.microsoft.com/office/drawing/2014/main" id="{CEB911DD-EEBB-C05A-07C8-27AE9724A5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7393" y="2959529"/>
            <a:ext cx="354302" cy="355071"/>
          </a:xfrm>
          <a:prstGeom prst="rect">
            <a:avLst/>
          </a:prstGeom>
        </p:spPr>
      </p:pic>
      <p:cxnSp>
        <p:nvCxnSpPr>
          <p:cNvPr id="14" name="Poveznik: kutno 13">
            <a:extLst>
              <a:ext uri="{FF2B5EF4-FFF2-40B4-BE49-F238E27FC236}">
                <a16:creationId xmlns:a16="http://schemas.microsoft.com/office/drawing/2014/main" id="{18967D2A-9A6E-CF04-ED09-9DB533AF3E35}"/>
              </a:ext>
            </a:extLst>
          </p:cNvPr>
          <p:cNvCxnSpPr>
            <a:stCxn id="12" idx="3"/>
          </p:cNvCxnSpPr>
          <p:nvPr/>
        </p:nvCxnSpPr>
        <p:spPr>
          <a:xfrm>
            <a:off x="2381695" y="3137065"/>
            <a:ext cx="624264" cy="499621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Poveznik: kutno 15">
            <a:extLst>
              <a:ext uri="{FF2B5EF4-FFF2-40B4-BE49-F238E27FC236}">
                <a16:creationId xmlns:a16="http://schemas.microsoft.com/office/drawing/2014/main" id="{C62A1034-C092-5675-1378-8F40FEB881BF}"/>
              </a:ext>
            </a:extLst>
          </p:cNvPr>
          <p:cNvCxnSpPr>
            <a:stCxn id="11" idx="3"/>
          </p:cNvCxnSpPr>
          <p:nvPr/>
        </p:nvCxnSpPr>
        <p:spPr>
          <a:xfrm flipV="1">
            <a:off x="2382798" y="3898471"/>
            <a:ext cx="588027" cy="557752"/>
          </a:xfrm>
          <a:prstGeom prst="bent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Slika 17">
            <a:extLst>
              <a:ext uri="{FF2B5EF4-FFF2-40B4-BE49-F238E27FC236}">
                <a16:creationId xmlns:a16="http://schemas.microsoft.com/office/drawing/2014/main" id="{DDD0CF9A-18DD-7E24-74E3-F265F219A20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654" y="3567404"/>
            <a:ext cx="731783" cy="387113"/>
          </a:xfrm>
          <a:prstGeom prst="rect">
            <a:avLst/>
          </a:prstGeom>
        </p:spPr>
      </p:pic>
      <p:cxnSp>
        <p:nvCxnSpPr>
          <p:cNvPr id="20" name="Ravni poveznik sa strelicom 19">
            <a:extLst>
              <a:ext uri="{FF2B5EF4-FFF2-40B4-BE49-F238E27FC236}">
                <a16:creationId xmlns:a16="http://schemas.microsoft.com/office/drawing/2014/main" id="{E6B95A5A-F3EA-66EA-EFAB-028A2B068078}"/>
              </a:ext>
            </a:extLst>
          </p:cNvPr>
          <p:cNvCxnSpPr>
            <a:cxnSpLocks/>
          </p:cNvCxnSpPr>
          <p:nvPr/>
        </p:nvCxnSpPr>
        <p:spPr>
          <a:xfrm>
            <a:off x="3562437" y="3567404"/>
            <a:ext cx="66797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Ravni poveznik sa strelicom 22">
            <a:extLst>
              <a:ext uri="{FF2B5EF4-FFF2-40B4-BE49-F238E27FC236}">
                <a16:creationId xmlns:a16="http://schemas.microsoft.com/office/drawing/2014/main" id="{3791C7AA-9C30-650E-455B-7651B4697AE3}"/>
              </a:ext>
            </a:extLst>
          </p:cNvPr>
          <p:cNvCxnSpPr>
            <a:cxnSpLocks/>
          </p:cNvCxnSpPr>
          <p:nvPr/>
        </p:nvCxnSpPr>
        <p:spPr>
          <a:xfrm flipH="1">
            <a:off x="3647090" y="3817883"/>
            <a:ext cx="546538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Ravni poveznik sa strelicom 23">
            <a:extLst>
              <a:ext uri="{FF2B5EF4-FFF2-40B4-BE49-F238E27FC236}">
                <a16:creationId xmlns:a16="http://schemas.microsoft.com/office/drawing/2014/main" id="{4E263705-4C53-8C9E-89E7-384C79E43879}"/>
              </a:ext>
            </a:extLst>
          </p:cNvPr>
          <p:cNvCxnSpPr>
            <a:cxnSpLocks/>
          </p:cNvCxnSpPr>
          <p:nvPr/>
        </p:nvCxnSpPr>
        <p:spPr>
          <a:xfrm>
            <a:off x="4983406" y="3567404"/>
            <a:ext cx="66797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Ravni poveznik sa strelicom 24">
            <a:extLst>
              <a:ext uri="{FF2B5EF4-FFF2-40B4-BE49-F238E27FC236}">
                <a16:creationId xmlns:a16="http://schemas.microsoft.com/office/drawing/2014/main" id="{6D9A0F44-B4CC-FD51-AD06-EDBA10B4A1D2}"/>
              </a:ext>
            </a:extLst>
          </p:cNvPr>
          <p:cNvCxnSpPr>
            <a:cxnSpLocks/>
          </p:cNvCxnSpPr>
          <p:nvPr/>
        </p:nvCxnSpPr>
        <p:spPr>
          <a:xfrm flipH="1">
            <a:off x="5021830" y="3817883"/>
            <a:ext cx="59112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Ravni poveznik sa strelicom 25">
            <a:extLst>
              <a:ext uri="{FF2B5EF4-FFF2-40B4-BE49-F238E27FC236}">
                <a16:creationId xmlns:a16="http://schemas.microsoft.com/office/drawing/2014/main" id="{C059CD13-10F2-871C-466B-F0E849FCC432}"/>
              </a:ext>
            </a:extLst>
          </p:cNvPr>
          <p:cNvCxnSpPr/>
          <p:nvPr/>
        </p:nvCxnSpPr>
        <p:spPr>
          <a:xfrm flipH="1">
            <a:off x="8902546" y="3743451"/>
            <a:ext cx="1087089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Ravni poveznik sa strelicom 26">
            <a:extLst>
              <a:ext uri="{FF2B5EF4-FFF2-40B4-BE49-F238E27FC236}">
                <a16:creationId xmlns:a16="http://schemas.microsoft.com/office/drawing/2014/main" id="{660F3AD0-82CD-5EC6-6275-E79F05ED7D1F}"/>
              </a:ext>
            </a:extLst>
          </p:cNvPr>
          <p:cNvCxnSpPr/>
          <p:nvPr/>
        </p:nvCxnSpPr>
        <p:spPr>
          <a:xfrm>
            <a:off x="8825696" y="3487718"/>
            <a:ext cx="1240791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kstniOkvir 27">
            <a:extLst>
              <a:ext uri="{FF2B5EF4-FFF2-40B4-BE49-F238E27FC236}">
                <a16:creationId xmlns:a16="http://schemas.microsoft.com/office/drawing/2014/main" id="{1E34E2FC-0304-1845-D60B-0682D958BDBD}"/>
              </a:ext>
            </a:extLst>
          </p:cNvPr>
          <p:cNvSpPr txBox="1"/>
          <p:nvPr/>
        </p:nvSpPr>
        <p:spPr>
          <a:xfrm>
            <a:off x="2926209" y="3896578"/>
            <a:ext cx="914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000" dirty="0"/>
              <a:t>ESP-32</a:t>
            </a:r>
          </a:p>
        </p:txBody>
      </p:sp>
      <p:sp>
        <p:nvSpPr>
          <p:cNvPr id="29" name="TekstniOkvir 28">
            <a:extLst>
              <a:ext uri="{FF2B5EF4-FFF2-40B4-BE49-F238E27FC236}">
                <a16:creationId xmlns:a16="http://schemas.microsoft.com/office/drawing/2014/main" id="{C13DD956-14F2-0E07-AD45-B93A954EBEA5}"/>
              </a:ext>
            </a:extLst>
          </p:cNvPr>
          <p:cNvSpPr txBox="1"/>
          <p:nvPr/>
        </p:nvSpPr>
        <p:spPr>
          <a:xfrm>
            <a:off x="1466191" y="2856585"/>
            <a:ext cx="6936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000" dirty="0"/>
              <a:t>LIS3DH</a:t>
            </a:r>
          </a:p>
        </p:txBody>
      </p:sp>
      <p:sp>
        <p:nvSpPr>
          <p:cNvPr id="30" name="TekstniOkvir 29">
            <a:extLst>
              <a:ext uri="{FF2B5EF4-FFF2-40B4-BE49-F238E27FC236}">
                <a16:creationId xmlns:a16="http://schemas.microsoft.com/office/drawing/2014/main" id="{5B542C23-3A4D-FB64-5AF7-B745AADA728D}"/>
              </a:ext>
            </a:extLst>
          </p:cNvPr>
          <p:cNvSpPr txBox="1"/>
          <p:nvPr/>
        </p:nvSpPr>
        <p:spPr>
          <a:xfrm>
            <a:off x="4363865" y="3913996"/>
            <a:ext cx="7777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000" dirty="0"/>
              <a:t>Wi-Fi</a:t>
            </a:r>
          </a:p>
        </p:txBody>
      </p:sp>
      <p:sp>
        <p:nvSpPr>
          <p:cNvPr id="35" name="Pravokutnik: zaobljeni kutovi 34">
            <a:extLst>
              <a:ext uri="{FF2B5EF4-FFF2-40B4-BE49-F238E27FC236}">
                <a16:creationId xmlns:a16="http://schemas.microsoft.com/office/drawing/2014/main" id="{BBE7A8B5-69C1-1891-C43F-C0EBFBA8D8C2}"/>
              </a:ext>
            </a:extLst>
          </p:cNvPr>
          <p:cNvSpPr/>
          <p:nvPr/>
        </p:nvSpPr>
        <p:spPr>
          <a:xfrm>
            <a:off x="5780690" y="3785494"/>
            <a:ext cx="1269681" cy="966641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r-HR" sz="1000" dirty="0"/>
              <a:t>Registrirani korisnici</a:t>
            </a:r>
          </a:p>
          <a:p>
            <a:pPr algn="ctr"/>
            <a:r>
              <a:rPr lang="hr-HR" sz="1000" dirty="0"/>
              <a:t>Registrirane vreće</a:t>
            </a:r>
          </a:p>
          <a:p>
            <a:pPr algn="ctr"/>
            <a:r>
              <a:rPr lang="hr-HR" sz="1000" dirty="0"/>
              <a:t>Trening sesije</a:t>
            </a:r>
          </a:p>
        </p:txBody>
      </p:sp>
      <p:cxnSp>
        <p:nvCxnSpPr>
          <p:cNvPr id="36" name="Ravni poveznik sa strelicom 35">
            <a:extLst>
              <a:ext uri="{FF2B5EF4-FFF2-40B4-BE49-F238E27FC236}">
                <a16:creationId xmlns:a16="http://schemas.microsoft.com/office/drawing/2014/main" id="{AEEE0027-CB52-7681-EF64-FA8D6F6FD7B2}"/>
              </a:ext>
            </a:extLst>
          </p:cNvPr>
          <p:cNvCxnSpPr>
            <a:cxnSpLocks/>
          </p:cNvCxnSpPr>
          <p:nvPr/>
        </p:nvCxnSpPr>
        <p:spPr>
          <a:xfrm>
            <a:off x="7195834" y="3480694"/>
            <a:ext cx="66797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Ravni poveznik sa strelicom 36">
            <a:extLst>
              <a:ext uri="{FF2B5EF4-FFF2-40B4-BE49-F238E27FC236}">
                <a16:creationId xmlns:a16="http://schemas.microsoft.com/office/drawing/2014/main" id="{23575EB8-474C-5013-BCEF-70FEEA018968}"/>
              </a:ext>
            </a:extLst>
          </p:cNvPr>
          <p:cNvCxnSpPr>
            <a:cxnSpLocks/>
          </p:cNvCxnSpPr>
          <p:nvPr/>
        </p:nvCxnSpPr>
        <p:spPr>
          <a:xfrm flipH="1">
            <a:off x="7234258" y="3666301"/>
            <a:ext cx="591127" cy="0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kstniOkvir 37">
            <a:extLst>
              <a:ext uri="{FF2B5EF4-FFF2-40B4-BE49-F238E27FC236}">
                <a16:creationId xmlns:a16="http://schemas.microsoft.com/office/drawing/2014/main" id="{5AC21B60-D013-A2F8-E732-18B7705B6EEE}"/>
              </a:ext>
            </a:extLst>
          </p:cNvPr>
          <p:cNvSpPr txBox="1"/>
          <p:nvPr/>
        </p:nvSpPr>
        <p:spPr>
          <a:xfrm>
            <a:off x="5783211" y="3223547"/>
            <a:ext cx="1343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Server i baza podataka</a:t>
            </a:r>
          </a:p>
        </p:txBody>
      </p:sp>
      <p:sp>
        <p:nvSpPr>
          <p:cNvPr id="39" name="TekstniOkvir 38">
            <a:extLst>
              <a:ext uri="{FF2B5EF4-FFF2-40B4-BE49-F238E27FC236}">
                <a16:creationId xmlns:a16="http://schemas.microsoft.com/office/drawing/2014/main" id="{BF49A592-DA74-086B-2CBF-79FA35419FE7}"/>
              </a:ext>
            </a:extLst>
          </p:cNvPr>
          <p:cNvSpPr txBox="1"/>
          <p:nvPr/>
        </p:nvSpPr>
        <p:spPr>
          <a:xfrm>
            <a:off x="10126718" y="4654778"/>
            <a:ext cx="18680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200" dirty="0"/>
              <a:t>Korisnička aplikacija</a:t>
            </a:r>
          </a:p>
        </p:txBody>
      </p:sp>
    </p:spTree>
    <p:extLst>
      <p:ext uri="{BB962C8B-B14F-4D97-AF65-F5344CB8AC3E}">
        <p14:creationId xmlns:p14="http://schemas.microsoft.com/office/powerpoint/2010/main" val="20715663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sustava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</Words>
  <Application>Microsoft Office PowerPoint</Application>
  <PresentationFormat>Široki zaslon</PresentationFormat>
  <Paragraphs>14</Paragraphs>
  <Slides>2</Slides>
  <Notes>0</Notes>
  <HiddenSlides>0</HiddenSlides>
  <MMClips>0</MMClips>
  <ScaleCrop>false</ScaleCrop>
  <HeadingPairs>
    <vt:vector size="6" baseType="variant">
      <vt:variant>
        <vt:lpstr>Korišteni fontovi</vt:lpstr>
      </vt:variant>
      <vt:variant>
        <vt:i4>3</vt:i4>
      </vt:variant>
      <vt:variant>
        <vt:lpstr>Tema</vt:lpstr>
      </vt:variant>
      <vt:variant>
        <vt:i4>1</vt:i4>
      </vt:variant>
      <vt:variant>
        <vt:lpstr>Naslovi slajdova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sustava Office</vt:lpstr>
      <vt:lpstr>PowerPoint prezentacija</vt:lpstr>
      <vt:lpstr>PowerPoint prezentacija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Dunja Međurečan</dc:creator>
  <cp:lastModifiedBy>Dunja Međurečan</cp:lastModifiedBy>
  <cp:revision>1</cp:revision>
  <dcterms:created xsi:type="dcterms:W3CDTF">2026-05-22T12:15:50Z</dcterms:created>
  <dcterms:modified xsi:type="dcterms:W3CDTF">2026-06-03T07:48:41Z</dcterms:modified>
</cp:coreProperties>
</file>